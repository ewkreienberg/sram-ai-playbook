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makes the parts that make bikes go, stop, and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A $1B+ company headquartered in Chicago, powering bikes from weekend rides to the Tour de France.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Gears + Brakes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The parts that make</a:t>
            </a:r>
            <a:br/>
            <a:r>
              <a:t>a bike shift and stop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70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270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70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986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Shock absorbers that</a:t>
            </a:r>
            <a:br/>
            <a:r>
              <a:t>smooth out rough terrain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388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88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Wheels + Handlebars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Lightweight wheels</a:t>
            </a:r>
            <a:br/>
            <a:r>
              <a:t>built for speed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6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6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Sensors that measure</a:t>
            </a:r>
            <a:br/>
            <a:r>
              <a:t>how hard a rider pedals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624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624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624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On-bike screen for</a:t>
            </a:r>
            <a:br/>
            <a:r>
              <a:t>navigation and training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74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74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45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Pedal systems that lock</a:t>
            </a:r>
            <a:br/>
            <a:r>
              <a:t>into the rider's shoes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3A3C"/>
                </a:solidFill>
                <a:latin typeface="Calibri"/>
              </a:defRPr>
            </a:pPr>
            <a:r>
              <a:t>6 brands. 1 connected ecosystem. From weekend riders to Tour de France pros.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Gears + Brakes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Handlebars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Platform  |  All 6 brands connect wirelessly and share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Bike Manufacturer Proposals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Online Store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SRAM's apparel brand has no targeting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Bike Manufacturer Proposals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Online Store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SRAM's apparel brand has no targeting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E-commerce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Bike Manufacturer Proposals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Online Store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SRAM's apparel brand has no targeting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E-commerce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software updates, part compatibility, and warranty claims.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Software Updates +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software updates, part compatibility, and warranty claims.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Software Updates +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a question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AI searches SRAM's</a:t>
            </a:r>
            <a:br/>
            <a:r>
              <a:t>approved documents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AI writes a</a:t>
            </a:r>
            <a:br/>
            <a:r>
              <a:t>proposed answer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Support 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a question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AI searches SRAM's</a:t>
            </a:r>
            <a:br/>
            <a:r>
              <a:t>approved documents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AI writes a</a:t>
            </a:r>
            <a:br/>
            <a:r>
              <a:t>proposed answer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Support 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Connect support system to AI tools; set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Connect support system to AI tools; set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Satisfaction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Connect support system to AI tools; set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Satisfaction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millions of connected bike parts become a software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One dashboard showing power, gearing, suspension, and heart rate. No competitor sells enough product categories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millions of connected bike parts become a software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One dashboard showing power, gearing, suspension, and heart rate. No competitor sells enough product categories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parts predict when chains and brake pads need replacement before they fail. One-time sales become recurring revenue.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Per-device monitoring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Gears optimize for rider power. Products improve continuously after purchase.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Premium optimization 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Usage data tells bike shops which parts are wearing out in their area. Proactive ordering replaces reactive.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Dealer analytics license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52297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IT 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Talent, data, and leadership required at each phase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TALENT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 integration engineer + 1 product owner.</a:t>
            </a:r>
            <a:br/>
            <a:r>
              <a:t>No new AI/ML hires. 250-400 existing engineers</a:t>
            </a:r>
            <a:br/>
            <a:r>
              <a:t>have capacity with AI-assisted tooling.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Add product managers and QA capacity.</a:t>
            </a:r>
            <a:br/>
            <a:r>
              <a:t>The constraint is PM and QA, not developers.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Good data in pockets, messy data everywhere</a:t>
            </a:r>
            <a:br/>
            <a:r>
              <a:t>else. 18 months of consolidation underway.</a:t>
            </a:r>
            <a:br/>
            <a:r>
              <a:t>AXS + Hammerhead data is pilot-ready.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 linking customer records,</a:t>
            </a:r>
            <a:br/>
            <a:r>
              <a:t>inventory, and product usage data.</a:t>
            </a:r>
            <a:br/>
            <a:r>
              <a:t>Foundation for Phase 2-4.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LEADERSHIP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CEO assigns one accountable business owner</a:t>
            </a:r>
            <a:br/>
            <a:r>
              <a:t>with authority over scope and tooling decisions.</a:t>
            </a:r>
            <a:br/>
            <a:r>
              <a:t>Weekly quality reviews.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OPEN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No confirmed executive sponsor above</a:t>
            </a:r>
            <a:br/>
            <a:r>
              <a:t>Hartsell for the data consolidation roadmap.</a:t>
            </a:r>
            <a:br/>
            <a:r>
              <a:t>Resolving this is a prerequisite for Phase 2.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623560"/>
            <a:ext cx="106984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62356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715000"/>
            <a:ext cx="101498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“We are 60 to 70 percent of the way to deploying a bounded support assistant for AXS and Hammerhead products.”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e-commerce, support systems, and product usage data.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 support tools (document search + response drafting)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customers + inventory + usage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AI-powered demand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Business systems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AI-assisted proposals for bike manufacturer deals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Part compatibility and recommendation engine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AI-simulated product testing (digital twin)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