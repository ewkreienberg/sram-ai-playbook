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 makes the parts that make bikes go, stop, and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A $1B+ company headquartered in Chicago, powering bikes from weekend rides to the Tour de France.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Gears, chains, and disc</a:t>
            </a:r>
            <a:br/>
            <a:r>
              <a:t>brakes for every bike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270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270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70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8986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Forks and shocks that</a:t>
            </a:r>
            <a:br/>
            <a:r>
              <a:t>absorb trail impacts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388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7388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388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104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Aero wheels, handlebars,</a:t>
            </a:r>
            <a:br/>
            <a:r>
              <a:t>and stems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506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6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222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Sensors that measure</a:t>
            </a:r>
            <a:br/>
            <a:r>
              <a:t>rider output in watts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624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624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624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40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On-bike computer for</a:t>
            </a:r>
            <a:br/>
            <a:r>
              <a:t>navigation and training 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37420" y="2011680"/>
            <a:ext cx="159258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37420" y="2194560"/>
            <a:ext cx="15925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37420" y="2514600"/>
            <a:ext cx="1592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4580" y="3017520"/>
            <a:ext cx="13182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Clip-in pedal systems</a:t>
            </a:r>
            <a:br/>
            <a:r>
              <a:t>for road and mountain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572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3A3C"/>
                </a:solidFill>
                <a:latin typeface="Calibri"/>
              </a:defRPr>
            </a:pPr>
            <a:r>
              <a:t>6 brands. 1 connected ecosystem. From weekend riders to Tour de France pros.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GPS Bike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6 brands connect wirelessly and share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20040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297180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200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474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2336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5196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2336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26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5074919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303519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5074919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148071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5074919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30351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5778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5001767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782311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 updates, part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 updates, part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 searches</a:t>
            </a:r>
            <a:br/>
            <a:r>
              <a:t>approved documentation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 drafts</a:t>
            </a:r>
            <a:br/>
            <a:r>
              <a:t>response 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 searches</a:t>
            </a:r>
            <a:br/>
            <a:r>
              <a:t>approved documentation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 drafts</a:t>
            </a:r>
            <a:br/>
            <a:r>
              <a:t>response 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Each capability creates a new recurring revenue stream. SRAM's installed base of connected components becomes a platform, not a one-time sale.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 i="0">
                <a:solidFill>
                  <a:srgbClr val="E51937"/>
                </a:solidFill>
                <a:latin typeface="Calibri"/>
              </a:defRPr>
            </a:pPr>
            <a:r>
              <a:t>NEW REVENUE: Premium subscription 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Per-device monitoring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Premium optimization 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57600"/>
            <a:ext cx="34290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709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51937"/>
                </a:solidFill>
                <a:latin typeface="Calibri"/>
              </a:defRPr>
            </a:pPr>
            <a:r>
              <a:t>NEW REVENUE: Dealer analytics license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548640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52297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IT 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Talent, data, and leadership required at each phase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TALENT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1 integration engineer + 1 product owner.</a:t>
            </a:r>
            <a:br/>
            <a:r>
              <a:t>No new AI/ML hires. 250-400 existing engineers</a:t>
            </a:r>
            <a:br/>
            <a:r>
              <a:t>have capacity with AI-assisted tooling.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2+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Add product managers and QA capacity.</a:t>
            </a:r>
            <a:br/>
            <a:r>
              <a:t>The constraint is PM and QA, not developers.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Good data in pockets, messy data everywhere</a:t>
            </a:r>
            <a:br/>
            <a:r>
              <a:t>else. 18 months of consolidation underway.</a:t>
            </a:r>
            <a:br/>
            <a:r>
              <a:t>AXS + Hammerhead data is pilot-ready.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Unified data layer linking CRM, inventory,</a:t>
            </a:r>
            <a:br/>
            <a:r>
              <a:t>and telemetry. Foundation for Phase 2-4.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0" y="1371600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LEADERSHIP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93852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19456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CEO assigns one accountable business owner</a:t>
            </a:r>
            <a:br/>
            <a:r>
              <a:t>with authority over scope and tooling decisions.</a:t>
            </a:r>
            <a:br/>
            <a:r>
              <a:t>Weekly quality reviews.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80" y="384048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3950208"/>
            <a:ext cx="3063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OPEN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206240"/>
            <a:ext cx="3063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No confirmed executive sponsor above</a:t>
            </a:r>
            <a:br/>
            <a:r>
              <a:t>Hartsell for the data consolidation roadmap.</a:t>
            </a:r>
            <a:br/>
            <a:r>
              <a:t>Resolving this is a prerequisite for Phase 2.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623560"/>
            <a:ext cx="106984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62356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715000"/>
            <a:ext cx="101498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“We are 60 to 70 percent of the way to deploying a bounded support assistant for AXS and Hammerhead products.”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149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rider on Shimano [SRAM's largest competitor] uses the app to check if parts fit. A Hammerhead rider uses it to train, navigate, and talk to every component on the bike.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