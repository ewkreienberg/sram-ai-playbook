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4560" y="1920240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9933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1847088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162763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400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