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Private, Chicago-founded. Second-largest bicycle component manufacturer globally. Dominant in mountain bike. Seven brands, three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The Connected Ecosystem (no competitor matches this breadth)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</a:t>
            </a:r>
            <a:br/>
            <a:r>
              <a:t>+ Braking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244144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0603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19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19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31596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5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1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</a:t>
            </a:r>
            <a:br/>
            <a:r>
              <a:t>Cockpit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619048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7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</a:t>
            </a:r>
            <a:br/>
            <a:r>
              <a:t>Meters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06500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</a:t>
            </a:r>
            <a:br/>
            <a:r>
              <a:t>Computer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993952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041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9204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91032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data, all controlled through one platform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3949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8978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Every function at SRAM has AI potential. Ordered by implementation complexity and time to return.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3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59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3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3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59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5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3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3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3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59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5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3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3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3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59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1C1C1E"/>
                </a:solidFill>
                <a:latin typeface="Calibri"/>
              </a:defRPr>
            </a:pPr>
            <a:r>
              <a:t>Of these 12 initiatives, one stands out.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56032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Highest pain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971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Trustpilot at 1.6 / 5.0</a:t>
            </a:r>
            <a:br/>
            <a:r>
              <a:t>Riders threatening to switch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56032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Strongest data advantage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2971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AXS telemetry + structured</a:t>
            </a:r>
            <a:br/>
            <a:r>
              <a:t>knowledge base ready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256032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19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Fastest path to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971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90 days to measurable ROI</a:t>
            </a:r>
            <a:br/>
            <a:r>
              <a:t>Bounded downside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114800"/>
            <a:ext cx="66751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4114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425196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526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Customer and Dealer Support Automation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983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70% of dealer questions follow patterns an AI agent can draft accurate responses for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Follow repeatable,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783080"/>
            <a:ext cx="3657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48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 2024-2025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37560"/>
            <a:ext cx="50292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 reviews cite warranty frustration and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 2024-25 threads on pairing failures and shifting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 reviews flag AXS and Hammerhead bugs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37560"/>
            <a:ext cx="54864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Why SRAM Can Fix This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947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 with manuals and guides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 data on firmware,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diagnostic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60-70% data-ready for AXS/Hammerhead support (per VP)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78992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8521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61264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Azure AI Search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OpenAI generates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3504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603504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612648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636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90-Day Pilot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19072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Time-to-first-response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40%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214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214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15% improvement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87168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0545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productivity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5054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25% increase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8950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8895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Above 70%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55264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73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2735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Savings Math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1605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120 support staff x $90K avg. cost</a:t>
            </a:r>
            <a:br/>
            <a:r>
              <a:t>x 60% AI-addressable work</a:t>
            </a:r>
            <a:br/>
            <a:r>
              <a:t>x 35% productivity gain</a:t>
            </a:r>
            <a:br/>
            <a:r>
              <a:t>x 70% adoption = $1.6M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 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486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06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 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126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connected SRAM product a rider buys increases the value of the data and the quality of the AI. No competitor can replicate this full-stack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PHASE 1  |  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support</a:t>
            </a:r>
            <a:br/>
            <a:r>
              <a:t>for AXS + Hammerhead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35584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  |  90-180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</a:t>
            </a:r>
            <a:br/>
            <a:r>
              <a:t>+ demand forecasting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9048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3  |  180-365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OEM automation +</a:t>
            </a:r>
            <a:br/>
            <a:r>
              <a:t>part recommendations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902512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4  |  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Intelligence</a:t>
            </a:r>
            <a:br/>
            <a:r>
              <a:t>+ predictive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6080760"/>
            <a:ext cx="1069848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608076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081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Azure AI Search + OpenAI API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Data engineering hires (2-3)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Vertex AI or Databricks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