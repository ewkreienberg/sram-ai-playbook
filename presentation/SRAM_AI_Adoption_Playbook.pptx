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286000"/>
            <a:ext cx="182880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20"/>
              </a:spcAft>
              <a:defRPr sz="4200" b="1">
                <a:solidFill>
                  <a:srgbClr val="F8FAFC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680"/>
              </a:spcAft>
              <a:defRPr sz="2800" b="0">
                <a:solidFill>
                  <a:srgbClr val="389FF5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84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Prepared for Executive Leadership</a:t>
            </a:r>
          </a:p>
          <a:p>
            <a:pPr>
              <a:spcAft>
                <a:spcPts val="84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SRAM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Private, Chicago-founded, $1B+ revenue. The second-largest bicycle component manufacturer globally. Dominant in mountain bike. Seven brands, three channels, one connected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9FF5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28600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EMPLOYEES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9FF5"/>
                </a:solidFill>
                <a:latin typeface="Calibri"/>
              </a:defRPr>
            </a:pPr>
            <a:r>
              <a:t>3,000-5,000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200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Global operations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228600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423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9FF5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00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28600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423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MTB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00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FAFC"/>
                </a:solidFill>
                <a:latin typeface="Calibri"/>
              </a:defRPr>
            </a:pPr>
            <a:r>
              <a:t>Revenue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SRAM RED, Force, Rival, Eagle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3659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7365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RockShox forks and shocks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8406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0840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Zipp performance components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43153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Connected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54315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Hammerhead Karoo, Quarq 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779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Wear Parts +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779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Chains, cassettes, pads, rotors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126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Calibri"/>
              </a:defRPr>
            </a:pPr>
            <a:r>
              <a:t>Pedals + Adjacent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6126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TIME, Velocio, Ochain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931920"/>
            <a:ext cx="3474720" cy="256032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Competitive Pressure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526280"/>
            <a:ext cx="2926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Shimano: wireless gravel (GRX RX827)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Campagnolo: 13-speed premium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microSHIFT: value mechanical alternative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Where AI Fits Across SRAM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Four phases ordered by complexity, readiness, and time to return. Start bounded. Scale after proof.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Immediate Wins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7315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AI coding tools for engineering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Support + warranty automation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Individual productivity (notes, email)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Low complexity, high visibility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3017520"/>
            <a:ext cx="73152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Unified data layer (no ERP today)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Demand forecasting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Customer analytics (Shopify + telemetry)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Requires data infrastructure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3017520"/>
            <a:ext cx="73152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OEM proposal automation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Compatible part recommendations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Documentation + translation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Builds on Phase 2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3017520"/>
            <a:ext cx="73152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AXS Intelligence Platform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Generative design + R&amp;D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AI-tuned component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Transformation territory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▶  We recommend starting with Phase 1 Support Automation as the deep-dive pilot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Calibri"/>
              </a:defRPr>
            </a:pPr>
            <a:r>
              <a:t>BUT 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Support Problem is Visible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SRAM's churn risk is driven by support quality, not product quality. Riders love SRAM components but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F4444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Driven by warranty and support friction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28600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4231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DEALER QUESTIONS 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97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004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Follow repeatable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286000"/>
            <a:ext cx="3749039" cy="14630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2423160"/>
            <a:ext cx="32003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TOP COMPLAINT THEMES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697480"/>
            <a:ext cx="32003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BBF24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3200400"/>
            <a:ext cx="32003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Reddit 2024-2025: shifting, updates, compatibility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14800"/>
            <a:ext cx="3200400" cy="246888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976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Trustpilot: warranty frustration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Reddit: pairing + firmware failures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App store: AXS + Hammerhead complaints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Riders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4114800"/>
            <a:ext cx="3200400" cy="246888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2976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Why Support is the Right 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7091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Pain is visible and measurable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Data advantage already in place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High volume of repeatable questions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No new data collection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114800"/>
            <a:ext cx="3749039" cy="246888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4297680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SRAM's Data Advantage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4709160"/>
            <a:ext cx="320039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Structured knowledge base (manuals, guides)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AXS telemetry (firmware, error codes)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Hammerhead device data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Compatibility rules already documented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90-Day Support 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TICKET ARRIVES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Dealer or rider submits via Zendesk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Zendesk AI routes and classifies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0896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Azure AI Search finds approved docs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Pulls telemetry context from AXS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4924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OpenAI generates clear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Sourced from knowledge base only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Agent approves before sending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100% human approval in pilot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980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Metrics tracked per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Weekly review with rollback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97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5029200" cy="19202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8920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Bounded Starting 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303520"/>
            <a:ext cx="4480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Dealer inbox + high-volume web forms only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4709160"/>
            <a:ext cx="5029200" cy="19202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8920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03520"/>
            <a:ext cx="4480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Human approval for warranty + safety decisions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Answers from approved docs only, never model knowledge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MEASURING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Pilot Metrics and Year-1 Financial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90-Day Pilot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154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No decline from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92024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2057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3317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8346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92024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057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3317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8346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3832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F8FAFC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Support automation: $1.6M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Demand forecasting: $1.6M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Documentation: $0.24M</a:t>
            </a:r>
          </a:p>
          <a:p>
            <a:pPr>
              <a:spcAft>
                <a:spcPts val="480"/>
              </a:spcAft>
              <a:defRPr sz="800" b="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 b="1">
                <a:solidFill>
                  <a:srgbClr val="F8FAFC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Proposal win rate: $2.5M</a:t>
            </a:r>
          </a:p>
          <a:p>
            <a:pPr>
              <a:spcAft>
                <a:spcPts val="480"/>
              </a:spcAft>
              <a:defRPr sz="800" b="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1">
                <a:solidFill>
                  <a:srgbClr val="389FF5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780"/>
              </a:spcAft>
              <a:defRPr sz="1300" b="0">
                <a:solidFill>
                  <a:srgbClr val="FBBF24"/>
                </a:solidFill>
                <a:latin typeface="Calibri"/>
              </a:defRPr>
            </a:pPr>
            <a:r>
              <a:t>Total spend: ($2.7M)</a:t>
            </a:r>
          </a:p>
          <a:p>
            <a:pPr>
              <a:spcAft>
                <a:spcPts val="780"/>
              </a:spcAft>
              <a:defRPr sz="1300" b="1">
                <a:solidFill>
                  <a:srgbClr val="34D399"/>
                </a:solidFill>
                <a:latin typeface="Calibri"/>
              </a:defRPr>
            </a:pPr>
            <a:r>
              <a:t>Net value: $10.2M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SRAM 2031 - From Hardware to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SRAM's full product stack creates a data moat no competitor can replicate. The rider who buys SRAM drivetrain, RockShox suspension, Quarq power, and Hammerhead computer gets a unified intelligence layer impossible with mixed components.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Unified rider dashboard showing power, gearing, suspension, and heart rate in one view. No competitor has the product breadth to match this.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28600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468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Connected components predict chain, cassette, and brake pad replacement before failure. Installed base becomes recurring revenue.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9768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9204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Suspension auto-adjusts to terrain. Shifting optimizes for rider power patterns. Products improve continuously after purchase.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29768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4805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89204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Aggregated telemetry tells dealers which parts approach end-of-life in their service area. Proactive ordering replaces reactive.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217920"/>
            <a:ext cx="10515600" cy="457200"/>
          </a:xfrm>
          <a:prstGeom prst="roundRect">
            <a:avLst>
              <a:gd name="adj" fmla="val 10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6263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The Flywheel: Hardware sells data access  →  Data improves performance  →  Performance sells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28016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4592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50876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9202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Scope it to AXS and Hammerhead dealer support. One product owner, one integration engineer. Human approval on all customer-facing outputs. Weekly quality reviews.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515600" cy="128016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389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154680"/>
            <a:ext cx="502920" cy="50292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01752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42900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Initiate requirements for a unified data layer connecting Shopify, support systems, and telemetry data. This is the foundation for demand forecasting and AXS Intelligence.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10515600" cy="128016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52628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937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172200"/>
            <a:ext cx="10515600" cy="457200"/>
          </a:xfrm>
          <a:prstGeom prst="roundRect">
            <a:avLst>
              <a:gd name="adj" fmla="val 10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62179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  <a:latin typeface="Calibri"/>
              </a:defRPr>
            </a:pPr>
            <a:r>
              <a:t>Expected Year-1 return: 3.8x  |  Downside bounded by 90-day pilot  |  Upside scales with SRAM's unique data advantage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